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6F57E-6F1A-46CB-B32B-CDF7DE0B02CD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6BF09-2BE6-4404-BE5D-FB9052A339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5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user-provided brief (B1-B6 in design-spec.json).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6BF09-2BE6-4404-BE5D-FB9052A339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6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9792-8EBA-6231-466D-1675A3333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E5411-F34D-D48D-593A-9FAF154C8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76F9D-9F31-11B0-23F4-6896EB6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584C5-91CC-1243-8F48-C5D0E586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58B30-AF63-E08A-6FE1-82AE124A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1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0357F-382B-D1DA-A07D-86413568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F0073-DFBB-05BA-92DD-FDA592A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074D3-A37E-650E-086B-8AD9F1A89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87262-7C27-F6B1-EAC7-E2B4F2B7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BFBB7-504A-3F21-9DE0-111D7567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5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BECE5-68E3-DED9-6F6F-43B930E8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7A269-9A06-748F-2E0F-85D80445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023DD-5223-DA3B-F183-1455A3C1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C292A-654B-F032-68F8-146A122C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1A413-AB7D-F38E-38C9-0CE8820B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88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2CD83-B357-FF27-B8E2-71B2B08D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E2A2D-8AB7-2EAC-4CEE-D994595B3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EE76A8-34AB-04A7-BAD7-1EB4A104A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F6E8F-4398-585F-C388-A366F6F2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1DF03B-7732-B0BD-7E81-D206BADE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7D5DB5-49BB-8D4D-0675-B23F1EA6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49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144B2-5B9D-CC8B-AEB2-1144B33C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B4BBB-87DC-53CF-50E5-3AE00C786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6F192A-2753-FB09-3F80-C56DA97F9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3A5A5B-226C-412D-4280-9F73AAF5F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88F3ED-7C52-99A6-84D8-65FFA5BB4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14C434-1F6F-C065-E0D1-9EE52E3E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632AC3-0DEA-7F86-5AA6-5CE3E35A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8A48B6-E67D-B2CB-237A-20055037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2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10AC3-4C60-0DCA-99A2-45EE6D7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3589BF-8987-1A82-56CE-0B16D4F7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9C5FEA-3F32-4C18-0446-4E49B9C6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36979A-3A2D-14CF-70CF-56539789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67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B32D08-C44F-8E94-4C73-50358F2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DD8E59-8843-06C1-4D84-CACFD1F6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8BA52-3A19-9931-70FD-FAB7BECB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208E3-5106-1F4C-4784-4B2135A9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24F46-35EC-6E55-4E49-46213192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638E0-90FF-116B-1146-48842C97D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3BD274-C437-4FF4-EFDA-125597C2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EFD652-807C-550A-3FE1-31241C43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BEB9E5-7409-E8A8-562A-60D0E99B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9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34AA4-1983-6D9B-167E-252862D9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D83F81-C7A4-AABC-C343-26A08193D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05B548-14EE-3022-B515-D39325357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8E5284-D87F-67B1-6E4C-31E8A79D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A6B885-E87B-9214-7326-75A49098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6485C5-A558-18B8-974E-D60F640B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00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94260-F484-079A-9D64-CC687029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BD0E9B-3AF6-9EBD-998B-093A2224E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B64790-8D20-1AD4-62ED-C7E8AE3F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A9825-C32C-E623-FE33-E7D94341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C367E-BC34-4938-3631-7E05796E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0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6970E6-9730-41B2-3806-AC155C373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E0A0D0-DE52-B6D3-9A8D-4FBBB077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E4BEE-9BF8-0C15-2FB0-78448AA3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A69D2-528B-55C5-7248-4F9CFCB8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9244E-F93F-A3A0-4B31-CA427232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4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FD1406-8615-0D65-4EC5-44042921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96CAE-9A43-AEE4-E8AE-BE6A9C6A7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9D1F9-5734-0614-7F0C-C7B2EDC54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80A37-2DA3-845F-9041-971A4E2A4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96C84-28E3-09DB-8AD1-841466E7F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5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252F91D4-86AA-CEBB-CFBD-8B2E52A1E50D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B014C642-E57F-A8DA-FE32-4822DD50D8EA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8503C4E5-A86C-BD67-4E09-141F07CBF4D3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B583728B-537D-F300-16A5-67631767BB12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739D8F66-1F50-56D4-98EF-AAC7DFD4F6FB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BE25D84A-DB7B-5306-ABC0-888024874724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09E25CAB-7490-0E4C-62D8-1B0BF5DBB448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CF69BCEE-8442-53C2-92B8-CD0874404809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12D30EF3-E652-CFB6-B493-19875BA4F0DD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45DD6D89-67AF-214A-0804-98ADB7D6F08F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1F336BE5-C4A4-EC76-4FFE-8C7556C76846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AF1B16A3-BAAE-A4B7-6062-D461667A73D9}"/>
              </a:ext>
            </a:extLst>
          </p:cNvPr>
          <p:cNvSpPr txBox="1"/>
          <p:nvPr/>
        </p:nvSpPr>
        <p:spPr>
          <a:xfrm>
            <a:off x="3204000" y="720000"/>
            <a:ext cx="1296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1E14F009-6DFE-F994-1167-87E67A4623CD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ECEC675F-2DBC-A551-9A56-61951FF2FBBA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B3182E7D-10E2-99A0-3F5A-3F04EEB8D9CE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D53F22F8-8DE2-D0C9-C692-0762F6521973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A6CD8982-454E-9FB5-4185-A1D94CD3B05E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09470CBE-19FB-7170-5397-7764C147480F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18395C20-65E0-019B-4E51-1DECD3B834CC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7122424B-C28C-0E79-6F51-760E35F30DB1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747BE138-CE9F-8D97-D2DC-A8C59745DE41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D3F25206-C1C8-D8C3-156A-9EDEF8DBE6C2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01A27C49-60A0-01F5-4FDA-2F43747D0205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1FDDB032-D189-8631-E5AA-B4AC0CA6F79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13AB05B1-D490-FA07-4EC7-D4D764A6D74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F389F534-4AFE-A873-3FA6-630CE5E03981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F53625CB-D48A-4C7E-DC68-160F9D104804}"/>
              </a:ext>
            </a:extLst>
          </p:cNvPr>
          <p:cNvCxnSpPr/>
          <p:nvPr/>
        </p:nvCxnSpPr>
        <p:spPr>
          <a:xfrm flipV="1">
            <a:off x="1476000" y="594000"/>
            <a:ext cx="0" cy="52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26963F25-A18B-AA8B-42D6-9A2F94A20B37}"/>
              </a:ext>
            </a:extLst>
          </p:cNvPr>
          <p:cNvCxnSpPr/>
          <p:nvPr/>
        </p:nvCxnSpPr>
        <p:spPr>
          <a:xfrm>
            <a:off x="1476000" y="594000"/>
            <a:ext cx="1008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pans_to_gate__1">
            <a:extLst>
              <a:ext uri="{FF2B5EF4-FFF2-40B4-BE49-F238E27FC236}">
                <a16:creationId xmlns:a16="http://schemas.microsoft.com/office/drawing/2014/main" id="{BE381558-DB71-433A-D61C-A79F1A92C3DA}"/>
              </a:ext>
            </a:extLst>
          </p:cNvPr>
          <p:cNvCxnSpPr/>
          <p:nvPr/>
        </p:nvCxnSpPr>
        <p:spPr>
          <a:xfrm>
            <a:off x="3456000" y="594000"/>
            <a:ext cx="39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2">
            <a:extLst>
              <a:ext uri="{FF2B5EF4-FFF2-40B4-BE49-F238E27FC236}">
                <a16:creationId xmlns:a16="http://schemas.microsoft.com/office/drawing/2014/main" id="{0DF96709-2B72-E395-B04F-AE35D1D551FF}"/>
              </a:ext>
            </a:extLst>
          </p:cNvPr>
          <p:cNvCxnSpPr/>
          <p:nvPr/>
        </p:nvCxnSpPr>
        <p:spPr>
          <a:xfrm>
            <a:off x="3852000" y="594000"/>
            <a:ext cx="0" cy="34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upported_branch">
            <a:extLst>
              <a:ext uri="{FF2B5EF4-FFF2-40B4-BE49-F238E27FC236}">
                <a16:creationId xmlns:a16="http://schemas.microsoft.com/office/drawing/2014/main" id="{3DB35575-D04F-2770-F1FE-8C5CE4602E3D}"/>
              </a:ext>
            </a:extLst>
          </p:cNvPr>
          <p:cNvCxnSpPr>
            <a:cxnSpLocks/>
            <a:stCxn id="13" idx="6"/>
            <a:endCxn id="22" idx="1"/>
          </p:cNvCxnSpPr>
          <p:nvPr/>
        </p:nvCxnSpPr>
        <p:spPr>
          <a:xfrm flipV="1">
            <a:off x="4248000" y="1314000"/>
            <a:ext cx="900000" cy="1800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A3EE84F7-CB53-E4DC-4F5B-0AA0765EF492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5" name="unsupported_stem">
            <a:extLst>
              <a:ext uri="{FF2B5EF4-FFF2-40B4-BE49-F238E27FC236}">
                <a16:creationId xmlns:a16="http://schemas.microsoft.com/office/drawing/2014/main" id="{051D0DA4-5978-CE0C-34B7-B4F52C58A1A9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7721FEA9-D967-D6FA-FC58-984FC2ADB760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retry_branch__1">
            <a:extLst>
              <a:ext uri="{FF2B5EF4-FFF2-40B4-BE49-F238E27FC236}">
                <a16:creationId xmlns:a16="http://schemas.microsoft.com/office/drawing/2014/main" id="{D3A90170-83B8-D128-2196-2A09C4DE25CF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try_branch__2">
            <a:extLst>
              <a:ext uri="{FF2B5EF4-FFF2-40B4-BE49-F238E27FC236}">
                <a16:creationId xmlns:a16="http://schemas.microsoft.com/office/drawing/2014/main" id="{B39F9D79-2B78-82E3-AC16-9CEC765D65EA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bstain_branch">
            <a:extLst>
              <a:ext uri="{FF2B5EF4-FFF2-40B4-BE49-F238E27FC236}">
                <a16:creationId xmlns:a16="http://schemas.microsoft.com/office/drawing/2014/main" id="{34443654-C7E1-8C1C-1154-FBF89148122E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852000" y="1908000"/>
            <a:ext cx="2124000" cy="7456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ry_condition" descr="Evidence-gated overview; L2; retry_condition">
            <a:extLst>
              <a:ext uri="{FF2B5EF4-FFF2-40B4-BE49-F238E27FC236}">
                <a16:creationId xmlns:a16="http://schemas.microsoft.com/office/drawing/2014/main" id="{1A060F02-A586-9886-D92E-08C8407DFE71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try_action" descr="Evidence-gated overview; L2; retry_action">
            <a:extLst>
              <a:ext uri="{FF2B5EF4-FFF2-40B4-BE49-F238E27FC236}">
                <a16:creationId xmlns:a16="http://schemas.microsoft.com/office/drawing/2014/main" id="{7EFBABEF-81F5-C4C3-E67A-BC725EBE305A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2" name="abstain_condition" descr="Evidence-gated overview; L2; abstain_condition">
            <a:extLst>
              <a:ext uri="{FF2B5EF4-FFF2-40B4-BE49-F238E27FC236}">
                <a16:creationId xmlns:a16="http://schemas.microsoft.com/office/drawing/2014/main" id="{2C466B80-6865-CA37-74EF-F60298A45238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7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2026-09-05T09:58:49Z</dcterms:created>
  <dcterms:modified xsi:type="dcterms:W3CDTF">2026-09-05T09:58:49Z</dcterms:modified>
</cp:coreProperties>
</file>