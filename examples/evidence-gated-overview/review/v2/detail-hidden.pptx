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DE3FE-1220-4695-A9B8-3FD8F8439471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27FAA-36E8-4C4D-8FB5-A2C00C6F99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13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user-provided brief (B1-B6 in design-spec.json).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27FAA-36E8-4C4D-8FB5-A2C00C6F99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95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E805A-0E2B-A828-71F6-0D5652872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38AEC0-E620-C042-D76E-08B1283CC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DB2910-0241-5B9D-3C23-BDC45E9D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B07972-A51D-CC2E-9E8E-A0563AE8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35AB0-3820-5E8D-C748-4B08BD13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9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DE8BE-E6D4-F5CF-C977-3E365D33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40948-C4C9-22FC-1AED-8803F898D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3E10C-945A-B84F-C9E8-66496B24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F5F31-FF11-BC7F-EB87-1DFB0CC4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45542-309F-4078-A6A2-CECE0CDE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08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11FF0-D9C7-824C-391F-E313464B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4E615-677D-BF59-722F-AE4C93ECA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CA943-8752-44B2-BAE0-5A91E60C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DE84A-52C8-FCEE-072F-3E2CA7D8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8F48B-C7E6-762F-B540-B307833B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71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1619D-14C5-77F4-B7D8-23C321DA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8605F-0611-B8E1-C33E-5F2CD8E15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389710-5EBB-8446-40E5-1A86547E1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C8D2E1-590A-5637-FAD3-20F0A7A2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0FA90B-BC96-25BB-48CC-173E2205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2CC2B-B051-D7A1-F062-772EB4FF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55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639CA-AAC7-E161-BBD6-76231F50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49AE8F-3811-0D46-7DB2-BCB54B685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C422A4-3885-A6DD-2DB3-30B4AE3D8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FA2F3D-A6F7-557D-F778-DA7318987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082D26-9832-3C21-4D18-CCE1600C1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6E7E3D-5AC9-FF52-8BDE-AD4C25AF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8199CC-B7E2-C3ED-F646-41D09BC5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6E8081-A9B3-E2F4-C7FB-3E5F8D0C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73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7FCBC-B4A4-94A2-06CA-D42E3094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76E60E-DBC4-F641-2505-4FCB944F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E6E6AE-223E-D88D-1410-A2C543B6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EA7F5D-F9DD-B24E-913E-2C6CA05E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14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6FC69A-45B2-061A-1F10-431B78AA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390DDA-C20F-D0AC-E21E-2C4CA1D0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15111F-7672-9DD8-FCAA-28BF643B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51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440CD-CBAE-FEEA-E1EF-CFCAA7A7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33959-D4BE-E005-32B8-DA9912356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C618DA-2B0E-5FD7-C8F5-877FEE045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67AD50-47CE-E8D1-1905-77104BD2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601EA-C3EF-F37D-5B71-80AA5B25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FAC0C8-8929-A8E0-7156-B6708B55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16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5BBFA-F4D8-6E15-3B07-E9578FDB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F9B58-078A-3CFF-1C31-0723FBD57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DC1406-F043-B526-5885-C6F00BE07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9924CA-70C1-A9F7-A9AC-8B4C76C9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5FDA9C-2A6F-2A78-A022-B826981F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4B5835-5D1D-B714-8700-9D024DA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11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48ECE-071B-080F-1C47-021E5044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159A2A-BAF4-CCB6-4ECB-2EC31E5E5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E8C34-4C02-9D77-0C86-7779DED2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BDAA2E-A554-9E5D-BBA4-B4B7B94F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B0184E-1B8A-5620-8A90-500234D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60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368D50-6E65-9F53-8023-CB9BAF90A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2314EA-1C8A-D9E8-5907-6F43A6779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CB92F-CC17-4840-C628-0143A49F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AAA275-24FE-34D4-A1CD-3F5A8FF1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1C7F6-255B-E72B-A3D3-37398E2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50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E5767D-2293-82F5-D384-BB06CF12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5FCAEC-C739-22C8-C03C-44474E3F3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9C097-3F61-C5D5-661B-930663AD0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91F724-48C4-5FAB-5ADE-B06104931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93BF8-0983-96CE-E681-60CB22ADD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79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34942FBD-8A7F-DA12-1B9E-4092C43F7587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270C7E87-3932-F608-7171-BA7B5360B18F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311BF15C-322D-B1F2-4C7C-E0B6D81528F3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ED9F775A-CFBC-52CF-D8B8-81563B2EB008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E5E9F074-5E2D-43FF-6FE8-AB346D3C7046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A16BDE21-0360-7776-528B-F12B2B877BE4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E9EEEA1B-8FB0-3AC5-97BC-4101877B10A4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11B5D38A-6AF8-C83D-FA04-C870CC4FB140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0B593CDB-9330-0179-598C-7852316ADAE2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1D970721-1D76-34B9-4934-BC38382852C5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1E0287FF-5A30-2A3F-6F15-2D2243C3BEAB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793C5711-1E1A-ED5E-521B-0A51648344F3}"/>
              </a:ext>
            </a:extLst>
          </p:cNvPr>
          <p:cNvSpPr txBox="1"/>
          <p:nvPr/>
        </p:nvSpPr>
        <p:spPr>
          <a:xfrm>
            <a:off x="3484800" y="684000"/>
            <a:ext cx="1080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4ED97B4A-2F8A-B436-A3ED-D7CFCB34F83B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2DE6A22D-CAFE-DEAC-549D-006216B74FE4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7324BEC3-7F06-FD97-774B-94A8D6B2A614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FC72DDD9-3695-3858-646E-C5364762DC11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4A5EBDBC-70C1-C428-9B14-15705CD17730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5F43929A-DA98-7DA4-820B-DBA298008C99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EA9789C2-54A1-5DC9-941F-729BE21204BA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7B0E2105-5770-C44C-E4F1-B39D26C426E6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9484B030-0516-C2F5-88C8-88BD83F0618E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0660E586-7F8D-43D2-44B8-9C64264DEF71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C3DEB36A-6817-0E6E-B65A-D6FFFC7AA925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D4A5D9E1-A0AD-F376-C8DF-02363D1CE16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7F1930C8-3C9E-E4D5-299F-7F2862F2640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A9291BE5-9193-2ED0-E0F3-CFDD856FFFCA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F8D21DE5-0125-8A1B-7685-0FB3FC609B8C}"/>
              </a:ext>
            </a:extLst>
          </p:cNvPr>
          <p:cNvCxnSpPr/>
          <p:nvPr/>
        </p:nvCxnSpPr>
        <p:spPr>
          <a:xfrm flipV="1">
            <a:off x="1476000" y="828000"/>
            <a:ext cx="0" cy="288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9310583F-6133-9D2D-9F87-A5B7BA857A4A}"/>
              </a:ext>
            </a:extLst>
          </p:cNvPr>
          <p:cNvCxnSpPr/>
          <p:nvPr/>
        </p:nvCxnSpPr>
        <p:spPr>
          <a:xfrm>
            <a:off x="1476000" y="828000"/>
            <a:ext cx="1494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trieve_to_spans__3">
            <a:extLst>
              <a:ext uri="{FF2B5EF4-FFF2-40B4-BE49-F238E27FC236}">
                <a16:creationId xmlns:a16="http://schemas.microsoft.com/office/drawing/2014/main" id="{3B6118D6-6F8A-D9CC-CBB9-105871D4330B}"/>
              </a:ext>
            </a:extLst>
          </p:cNvPr>
          <p:cNvCxnSpPr/>
          <p:nvPr/>
        </p:nvCxnSpPr>
        <p:spPr>
          <a:xfrm flipV="1">
            <a:off x="2970000" y="756000"/>
            <a:ext cx="0" cy="7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1">
            <a:extLst>
              <a:ext uri="{FF2B5EF4-FFF2-40B4-BE49-F238E27FC236}">
                <a16:creationId xmlns:a16="http://schemas.microsoft.com/office/drawing/2014/main" id="{8804CE01-474E-CE7F-475B-8CABEFF17485}"/>
              </a:ext>
            </a:extLst>
          </p:cNvPr>
          <p:cNvCxnSpPr/>
          <p:nvPr/>
        </p:nvCxnSpPr>
        <p:spPr>
          <a:xfrm>
            <a:off x="3456000" y="594000"/>
            <a:ext cx="1152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pans_to_gate__2">
            <a:extLst>
              <a:ext uri="{FF2B5EF4-FFF2-40B4-BE49-F238E27FC236}">
                <a16:creationId xmlns:a16="http://schemas.microsoft.com/office/drawing/2014/main" id="{9ADA534D-9E74-3B53-DB88-DF21E79BF6E4}"/>
              </a:ext>
            </a:extLst>
          </p:cNvPr>
          <p:cNvCxnSpPr/>
          <p:nvPr/>
        </p:nvCxnSpPr>
        <p:spPr>
          <a:xfrm>
            <a:off x="4608000" y="594000"/>
            <a:ext cx="0" cy="30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pans_to_gate__3">
            <a:extLst>
              <a:ext uri="{FF2B5EF4-FFF2-40B4-BE49-F238E27FC236}">
                <a16:creationId xmlns:a16="http://schemas.microsoft.com/office/drawing/2014/main" id="{3D1A967F-7C72-F0C2-EAF4-AB68E68295BB}"/>
              </a:ext>
            </a:extLst>
          </p:cNvPr>
          <p:cNvCxnSpPr/>
          <p:nvPr/>
        </p:nvCxnSpPr>
        <p:spPr>
          <a:xfrm flipH="1">
            <a:off x="3852000" y="900000"/>
            <a:ext cx="75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pans_to_gate__4">
            <a:extLst>
              <a:ext uri="{FF2B5EF4-FFF2-40B4-BE49-F238E27FC236}">
                <a16:creationId xmlns:a16="http://schemas.microsoft.com/office/drawing/2014/main" id="{B39E5959-057C-72C8-30C5-C2C11D1E42FF}"/>
              </a:ext>
            </a:extLst>
          </p:cNvPr>
          <p:cNvCxnSpPr/>
          <p:nvPr/>
        </p:nvCxnSpPr>
        <p:spPr>
          <a:xfrm>
            <a:off x="3852000" y="900000"/>
            <a:ext cx="0" cy="3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pported_branch">
            <a:extLst>
              <a:ext uri="{FF2B5EF4-FFF2-40B4-BE49-F238E27FC236}">
                <a16:creationId xmlns:a16="http://schemas.microsoft.com/office/drawing/2014/main" id="{58902DDC-A399-6087-A23B-13BA32511FD7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248000" y="1332000"/>
            <a:ext cx="900000" cy="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73435A18-C6FD-C81D-1E7E-09C206F8474D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unsupported_stem">
            <a:extLst>
              <a:ext uri="{FF2B5EF4-FFF2-40B4-BE49-F238E27FC236}">
                <a16:creationId xmlns:a16="http://schemas.microsoft.com/office/drawing/2014/main" id="{CD4E7840-ED9A-3E5A-DBDD-864CCC21F7B8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47F73FEF-5978-CCAF-5238-18BA3765C067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retry_branch__1">
            <a:extLst>
              <a:ext uri="{FF2B5EF4-FFF2-40B4-BE49-F238E27FC236}">
                <a16:creationId xmlns:a16="http://schemas.microsoft.com/office/drawing/2014/main" id="{06FF3D85-338A-F52A-D2BF-C4CA5A5A1897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try_branch__2">
            <a:extLst>
              <a:ext uri="{FF2B5EF4-FFF2-40B4-BE49-F238E27FC236}">
                <a16:creationId xmlns:a16="http://schemas.microsoft.com/office/drawing/2014/main" id="{B4CA6F3F-021B-572D-14E2-D5091B10720A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bstain_branch">
            <a:extLst>
              <a:ext uri="{FF2B5EF4-FFF2-40B4-BE49-F238E27FC236}">
                <a16:creationId xmlns:a16="http://schemas.microsoft.com/office/drawing/2014/main" id="{7EC0E37D-C543-2162-94E6-964294C99E49}"/>
              </a:ext>
            </a:extLst>
          </p:cNvPr>
          <p:cNvCxnSpPr/>
          <p:nvPr/>
        </p:nvCxnSpPr>
        <p:spPr>
          <a:xfrm>
            <a:off x="3852000" y="1908000"/>
            <a:ext cx="129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ry_condition" descr="Evidence-gated overview; L2; retry_condition">
            <a:extLst>
              <a:ext uri="{FF2B5EF4-FFF2-40B4-BE49-F238E27FC236}">
                <a16:creationId xmlns:a16="http://schemas.microsoft.com/office/drawing/2014/main" id="{D6A29E9A-0D67-B6E4-C7DD-BAB500253E46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try_action" descr="Evidence-gated overview; L2; retry_action">
            <a:extLst>
              <a:ext uri="{FF2B5EF4-FFF2-40B4-BE49-F238E27FC236}">
                <a16:creationId xmlns:a16="http://schemas.microsoft.com/office/drawing/2014/main" id="{617B144E-E05C-838D-2D90-E38C95B3B4A5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5" name="abstain_condition" descr="Evidence-gated overview; L2; abstain_condition">
            <a:extLst>
              <a:ext uri="{FF2B5EF4-FFF2-40B4-BE49-F238E27FC236}">
                <a16:creationId xmlns:a16="http://schemas.microsoft.com/office/drawing/2014/main" id="{C442E3E3-7D98-FA5C-8052-706372191144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74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2026-09-05T10:04:30Z</dcterms:created>
  <dcterms:modified xsi:type="dcterms:W3CDTF">2026-09-05T10:04:30Z</dcterms:modified>
</cp:coreProperties>
</file>